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Kitchmatics 프로젝트를 소개하겠습니다.</a:t>
            </a:r>
          </a:p>
          <a:p>
            <a:r>
              <a:t>Kitchmatics는 자율주행 서빙 로봇을 활용한 완전 자동화 식당 운영 시스템입니다.</a:t>
            </a:r>
          </a:p>
          <a:p>
            <a:r>
              <a:t>ROS2 기반 멀티 로봇 제어, AI 비전을 통한 음식 검수, 음성 주문 시스템까지 풀스택 자동화를 구현했습니다.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발표는 총 12개 섹션으로 구성됩니다.</a:t>
            </a:r>
          </a:p>
          <a:p>
            <a:r>
              <a:t>프로젝트 개요부터 시작해서 시스템 아키텍처, 핵심 기술들(FMS, 로봇팔, AI 서버, GUI),</a:t>
            </a:r>
          </a:p>
          <a:p>
            <a:r>
              <a:t>통신 아키텍처, 그리고 가장 중요한 문제 해결 사례를 말씀드리겠습니다.</a:t>
            </a:r>
          </a:p>
          <a:p>
            <a:r>
              <a:t>마지막으로 테스트 전략과 성과를 공유하고 Q&amp;A 시간을 갖겠습니다.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프로젝트의 목표는 고객 주문부터 음식 조리, 서빙, 수령 확인까지 전 과정을 자동화하는 것입니다.</a:t>
            </a:r>
          </a:p>
          <a:p/>
          <a:p>
            <a:r>
              <a:t>특히 3대의 서빙 로봇이 동시에 협업하는 다중 로봇 시스템,</a:t>
            </a:r>
          </a:p>
          <a:p>
            <a:r>
              <a:t>음성으로 주문할 수 있는 인터페이스,</a:t>
            </a:r>
          </a:p>
          <a:p>
            <a:r>
              <a:t>그리고 AI 비전으로 음식 품질을 검수하는 기능을 구현했습니다.</a:t>
            </a:r>
          </a:p>
          <a:p/>
          <a:p>
            <a:r>
              <a:t>전체 코드는 1만 라인 이상이며, 155개의 테스트 케이스로 검증되었습니다.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시스템 아키텍처입니다.</a:t>
            </a:r>
          </a:p>
          <a:p/>
          <a:p>
            <a:r>
              <a:t>상단은 고객 영역으로, 각 테이블에 키오스크가 있습니다.</a:t>
            </a:r>
          </a:p>
          <a:p>
            <a:r>
              <a:t>키오스크는 TCP/JSON으로 FMS와 통신합니다.</a:t>
            </a:r>
          </a:p>
          <a:p/>
          <a:p>
            <a:r>
              <a:t>중앙의 Master PC에서 FMS가 실행되며,</a:t>
            </a:r>
          </a:p>
          <a:p>
            <a:r>
              <a:t>OrderHandler가 주문을 처리하고,</a:t>
            </a:r>
          </a:p>
          <a:p>
            <a:r>
              <a:t>FleetController가 로봇 배차를 담당하고,</a:t>
            </a:r>
          </a:p>
          <a:p>
            <a:r>
              <a:t>PathPlanner가 경로를 계획합니다.</a:t>
            </a:r>
          </a:p>
          <a:p/>
          <a:p>
            <a:r>
              <a:t>핵심은 Multi-Domain 아키텍처입니다.</a:t>
            </a:r>
          </a:p>
          <a:p>
            <a:r>
              <a:t>FMS는 Domain 25에서 실행되고,</a:t>
            </a:r>
          </a:p>
          <a:p>
            <a:r>
              <a:t>각 로봇은 Domain 11, 12, 13에서 독립적으로 실행됩니다.</a:t>
            </a:r>
          </a:p>
          <a:p>
            <a:r>
              <a:t>Domain Bridge가 이들을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사용한 기술 스택입니다.</a:t>
            </a:r>
          </a:p>
          <a:p/>
          <a:p>
            <a:r>
              <a:t>로봇 제어에는 ROS2 Humble, Nav2 네비게이션 스택, AMCL 로컬라이제이션을 사용했고,</a:t>
            </a:r>
          </a:p>
          <a:p>
            <a:r>
              <a:t>DDS는 CycloneDDS를 선택했습니다.</a:t>
            </a:r>
          </a:p>
          <a:p/>
          <a:p>
            <a:r>
              <a:t>AI에는 YOLOv8로 음식 검수, OpenAI Whisper로 음성 인식,</a:t>
            </a:r>
          </a:p>
          <a:p>
            <a:r>
              <a:t>GPT-4 Function Calling으로 자연어 주문 파싱을 구현했습니다.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FMS는 전체 시스템의 두뇌 역할을 합니다.</a:t>
            </a:r>
          </a:p>
          <a:p/>
          <a:p>
            <a:r>
              <a:t>총 10,225 라인의 코드로 구성되어 있으며,</a:t>
            </a:r>
          </a:p>
          <a:p>
            <a:r>
              <a:t>가장 큰 fms_node.py가 2,361 라인입니다.</a:t>
            </a:r>
          </a:p>
          <a:p/>
          <a:p>
            <a:r>
              <a:t>충돌 회피 모듈이 1,297 라인으로 두 번째로 큰데,</a:t>
            </a:r>
          </a:p>
          <a:p>
            <a:r>
              <a:t>이는 다중 로봇 환경에서 충돌 방지가 얼마나 복잡한지를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주문 상태 머신입니다.</a:t>
            </a:r>
          </a:p>
          <a:p/>
          <a:p>
            <a:r>
              <a:t>주문이 접수되면 RECEIVED 상태에서 시작합니다.</a:t>
            </a:r>
          </a:p>
          <a:p>
            <a:r>
              <a:t>동시에 로봇팔에 조리 명령을 보내고, 서빙 로봇은 픽업 포인트로 이동합니다.</a:t>
            </a:r>
          </a:p>
          <a:p/>
          <a:p>
            <a:r>
              <a:t>여기서 중요한 문제가 발생했습니다.</a:t>
            </a:r>
          </a:p>
          <a:p>
            <a:r>
              <a:t>로봇이 픽업 포인트에 먼저 도착했는데 조리가 안 끝났을 때,</a:t>
            </a:r>
          </a:p>
          <a:p>
            <a:r>
              <a:t>단순히 타이머로 기다리면 조리 시간이 가변적이라 문제가 됩니다.</a:t>
            </a:r>
          </a:p>
          <a:p/>
          <a:p>
            <a:r>
              <a:t>해결책은 이벤트 기반 전환입니다.</a:t>
            </a:r>
          </a:p>
          <a:p>
            <a:r>
              <a:t>조리 완료 토픽을 구독하고, 두 조건이 모두 충족될 때만 다음 단계로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로봇팔 시스템입니다.</a:t>
            </a:r>
          </a:p>
          <a:p/>
          <a:p>
            <a:r>
              <a:t>2대의 MyCobot 280을 사용하는데,</a:t>
            </a:r>
          </a:p>
          <a:p>
            <a:r>
              <a:t>Sandwich Arm은 재료를 집어서 빵 위에 올리고,</a:t>
            </a:r>
          </a:p>
          <a:p>
            <a:r>
              <a:t>Sauce Arm은 소스를 도포합니다.</a:t>
            </a:r>
          </a:p>
          <a:p/>
          <a:p>
            <a:r>
              <a:t>FMS와의 통신은 JSON 기반 ROS2 토픽을 사용합니다.</a:t>
            </a:r>
          </a:p>
          <a:p>
            <a:r>
              <a:t>명령 처리 레이턴시는 10ms 이내입니다.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YOLO 기반 AI 분석 서버입니다.</a:t>
            </a:r>
          </a:p>
          <a:p/>
          <a:p>
            <a:r>
              <a:t>목적은 샌드위치 품질 검수입니다.</a:t>
            </a:r>
          </a:p>
          <a:p>
            <a:r>
              <a:t>로봇팔이 조립한 샌드위치를 카메라로 촬영하고,</a:t>
            </a:r>
          </a:p>
          <a:p>
            <a:r>
              <a:t>YOLO 모델이 재료 누락이나 조립 불량을 감지합니다.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음성 주문 시스템입니다.</a:t>
            </a:r>
          </a:p>
          <a:p/>
          <a:p>
            <a:r>
              <a:t>파이프라인은 다음과 같습니다.</a:t>
            </a:r>
          </a:p>
          <a:p>
            <a:r>
              <a:t>고객이 음성으로 주문하면, Whisper가 텍스트로 변환합니다.</a:t>
            </a:r>
          </a:p>
          <a:p>
            <a:r>
              <a:t>GPT-4 Function Calling이 자연어를 구조화된 주문으로 파싱합니다.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GUI는 Customer용과 Admin용 두 가지입니다.</a:t>
            </a:r>
          </a:p>
          <a:p/>
          <a:p>
            <a:r>
              <a:t>Customer GUI는 테이블에 설치되는 키오스크입니다.</a:t>
            </a:r>
          </a:p>
          <a:p>
            <a:r>
              <a:t>Admin GUI의 Fleet 모니터 화면에서 3대 로봇의 위치와 상태를 한눈에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통신 아키텍처입니다.</a:t>
            </a:r>
          </a:p>
          <a:p/>
          <a:p>
            <a:r>
              <a:t>세 가지 통신 방식을 사용합니다.</a:t>
            </a:r>
          </a:p>
          <a:p>
            <a:r>
              <a:t>첫째, GUI와 FMS는 TCP/JSON으로 통신합니다.</a:t>
            </a:r>
          </a:p>
          <a:p>
            <a:r>
              <a:t>둘째, FMS와 로봇은 ROS2/DDS로 통신합니다.</a:t>
            </a:r>
          </a:p>
          <a:p>
            <a:r>
              <a:t>셋째, AI Server와는 REST API로 통신합니다.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문제 해결 사례입니다.</a:t>
            </a:r>
          </a:p>
          <a:p/>
          <a:p>
            <a:r>
              <a:t>문제는 SSH로 로봇에 접속은 되는데, ROS2 토픽이 전혀 보이지 않는 것이었습니다.</a:t>
            </a:r>
          </a:p>
          <a:p/>
          <a:p>
            <a:r>
              <a:t>원인을 분석해보니, ROS2가 기본으로 Multicast UDP를 사용하는데,</a:t>
            </a:r>
          </a:p>
          <a:p>
            <a:r>
              <a:t>WiFi 공유기가 Multicast 패킷을 차단하고 있었습니다.</a:t>
            </a:r>
          </a:p>
          <a:p/>
          <a:p>
            <a:r>
              <a:t>해결책은 CycloneDDS의 Unicast Discovery 기능을 사용하는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문제 해결 사례입니다.</a:t>
            </a:r>
          </a:p>
          <a:p/>
          <a:p>
            <a:r>
              <a:t>문제는 로봇 3대가 모두 같은 토픽명을 사용해서 충돌이 발생한 것입니다.</a:t>
            </a:r>
          </a:p>
          <a:p/>
          <a:p>
            <a:r>
              <a:t>해결책은 Multi-Domain 아키텍처입니다.</a:t>
            </a:r>
          </a:p>
          <a:p>
            <a:r>
              <a:t>각 로봇에 별도의 Domain ID를 부여하여 완전히 격리합니다.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문제입니다.</a:t>
            </a:r>
          </a:p>
          <a:p/>
          <a:p>
            <a:r>
              <a:t>로봇이 픽업 포인트에 도착했는데 음식이 아직 준비 안 됐을 때,</a:t>
            </a:r>
          </a:p>
          <a:p>
            <a:r>
              <a:t>언제 출발해야 하는지의 문제입니다.</a:t>
            </a:r>
          </a:p>
          <a:p/>
          <a:p>
            <a:r>
              <a:t>최종 해결책은 이벤트 기반 설계입니다.</a:t>
            </a:r>
          </a:p>
          <a:p>
            <a:r>
              <a:t>두 조건이 AND로 충족될 때만 다음 단계로 전환합니다.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번째는 오류 대응 시스템입니다.</a:t>
            </a:r>
          </a:p>
          <a:p/>
          <a:p>
            <a:r>
              <a:t>서빙 중 발생할 수 있는 오류 유형을 정의했습니다.</a:t>
            </a:r>
          </a:p>
          <a:p>
            <a:r>
              <a:t>ErrorDetector가 0.5Hz로 모니터링하다가 오류를 감지하면 알림을 발송합니다.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테스트 전략입니다.</a:t>
            </a:r>
          </a:p>
          <a:p/>
          <a:p>
            <a:r>
              <a:t>총 155개 테스트를 작성했습니다.</a:t>
            </a:r>
          </a:p>
          <a:p>
            <a:r>
              <a:t>핵심은 Skip Mode입니다. 실제 로봇이나 로봇팔 없이도 전체 시스템을 테스트할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데모 시나리오입니다.</a:t>
            </a:r>
          </a:p>
          <a:p/>
          <a:p>
            <a:r>
              <a:t>고객이 키오스크에서 음성으로 주문합니다.</a:t>
            </a:r>
          </a:p>
          <a:p>
            <a:r>
              <a:t>FMS가 주문을 받아서 로봇팔과 서빙 로봇을 동시에 제어합니다.</a:t>
            </a:r>
          </a:p>
          <a:p>
            <a:r>
              <a:t>전체 소요시간은 약 3-5분입니다.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성능 지표입니다.</a:t>
            </a:r>
          </a:p>
          <a:p/>
          <a:p>
            <a:r>
              <a:t>주문 접수 레이턴시는 100ms 이내입니다.</a:t>
            </a:r>
          </a:p>
          <a:p>
            <a:r>
              <a:t>푸시 알림 레이턴시는 50ms 이내입니다.</a:t>
            </a:r>
          </a:p>
          <a:p>
            <a:r>
              <a:t>로봇은 AMCL 기준 ±5cm 정확도로 위치를 추정합니다.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배운 점과 교훈입니다.</a:t>
            </a:r>
          </a:p>
          <a:p/>
          <a:p>
            <a:r>
              <a:t>잘한 점은 Multi-Domain 아키텍처, Skip Mode, Event-Driven 설계입니다.</a:t>
            </a:r>
          </a:p>
          <a:p>
            <a:r>
              <a:t>개선 포인트로는 초기 설계 시 Multi-Domain을 고려했으면 좋았을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향후 계획입니다.</a:t>
            </a:r>
          </a:p>
          <a:p/>
          <a:p>
            <a:r>
              <a:t>단기적으로는 자동 에러 복구, 배터리 기반 스케줄링을 구현할 예정입니다.</a:t>
            </a:r>
          </a:p>
          <a:p>
            <a:r>
              <a:t>장기적으로는 로봇 확장, 멀티 플로어, 프랜차이즈 확장을 고려하고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결론입니다.</a:t>
            </a:r>
          </a:p>
          <a:p/>
          <a:p>
            <a:r>
              <a:t>Kitchmatics의 핵심 성과는 세 가지입니다.</a:t>
            </a:r>
          </a:p>
          <a:p>
            <a:r>
              <a:t>첫째, 3대의 로봇이 동시에 협업하는 Multi-Robot 시스템</a:t>
            </a:r>
          </a:p>
          <a:p>
            <a:r>
              <a:t>둘째, AI 통합 (YOLO 검수, 음성 주문)</a:t>
            </a:r>
          </a:p>
          <a:p>
            <a:r>
              <a:t>셋째, 높은 신뢰성 (155개 테스트, Skip Mode)</a:t>
            </a:r>
          </a:p>
          <a:p/>
          <a:p>
            <a:r>
              <a:t>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있으시면 받겠습니다.</a:t>
            </a:r>
          </a:p>
          <a:p/>
          <a:p>
            <a:r>
              <a:t>발표를 들어주셔서 감사합니다.</a:t>
            </a:r>
          </a:p>
          <a:p>
            <a:r>
              <a:t>궁금하신 점이 있으시면 편하게 질문해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🍽️ Kitchmatics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자율주행 서빙 로봇 기반 자동화 식당 운영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498DB"/>
                </a:solidFill>
              </a:defRPr>
            </a:pPr>
            <a:r>
              <a:t>ROS2  |  Multi-Robot  |  AI Vision  |  Voice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2026.02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📋 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1. 프로젝트 개요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2. 시스템 아키텍처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3. 핵심 기술 - FMS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4. 핵심 기술 - Robot Arm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5. 핵심 기술 - AI Server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6. 핵심 기술 - 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7. 통신 아키텍처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8. 문제 해결 사례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9. 테스트 전략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10. 데모 시나리오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11. 성과 및 결론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12.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1. 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🎯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완전 자동화 식당 운영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다중 로봇(3대) 협업 서빙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음성 주문 인터페이스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AI 비전 품질 검수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📊 프로젝트 규모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- 10,000+ Lines of Code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- 155 Test Cases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- 14+ 문서 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🔧 핵심 구성요소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FMS (Fleet Management System)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로봇 함대 관리 중추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Mobile Robot x3 (pinky1/2/3)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Turtlebot3 기반 자율주행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Robot Arm x2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MyCobot 280 샌드위치 조립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AI Server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YOLO 검수 + 음성 주문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2. 시스템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5029200"/>
          </a:xfrm>
          <a:prstGeom prst="roundRect">
            <a:avLst/>
          </a:prstGeom>
          <a:solidFill>
            <a:srgbClr val="F8F9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C3E50"/>
                </a:solidFill>
                <a:latin typeface="Consolas"/>
              </a:defRPr>
            </a:pPr>
            <a:br/>
            <a:r>
              <a:t>    ┌─────────────────────────────────────────────────────────┐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Customer Zone                         │</a:t>
            </a:r>
            <a:br/>
            <a:r>
              <a:t>    │   [Kiosk T1]      [Kiosk T2]      [Kiosk T3]           │</a:t>
            </a:r>
            <a:br/>
            <a:r>
              <a:t>    └───────────────────────┬─────────────────────────────────┘</a:t>
            </a:r>
            <a:br/>
            <a:r>
              <a:t>                            │ TCP/JSON (Port 9000)</a:t>
            </a:r>
            <a:br/>
            <a:r>
              <a:t>    ┌───────────────────────▼─────────────────────────────────┐</a:t>
            </a:r>
            <a:br/>
            <a:r>
              <a:t>    │              Master PC (192.168.1.3)                     │</a:t>
            </a:r>
            <a:br/>
            <a:r>
              <a:t>    │   ┌─────────────────────────────────────────────────┐   │</a:t>
            </a:r>
            <a:br/>
            <a:r>
              <a:t>    │   │              FMS Node (Domain 25)                │   │</a:t>
            </a:r>
            <a:br/>
            <a:r>
              <a:t>    │   │   [OrderHandler] [FleetCtrl] [PathPlanner]      │   │</a:t>
            </a:r>
            <a:br/>
            <a:r>
              <a:t>    │   └─────────────────────┬───────────────────────────┘   │</a:t>
            </a:r>
            <a:br/>
            <a:r>
              <a:t>    │                         │ Domain Bridge                  │</a:t>
            </a:r>
            <a:br/>
            <a:r>
              <a:t>    │           ┌─────────────┼─────────────┐                 │</a:t>
            </a:r>
            <a:br/>
            <a:r>
              <a:t>    │           ▼             ▼             ▼                 │</a:t>
            </a:r>
            <a:br/>
            <a:r>
              <a:t>    │   [pinky1 D:11]  [pinky2 D:12]  [pinky3 D:13]          │</a:t>
            </a:r>
            <a:br/>
            <a:r>
              <a:t>    └─────────────────────────────────────────────────────────┘</a:t>
            </a:r>
            <a:br/>
            <a:br/>
            <a:r>
              <a:t>    기술 스택: ROS2 Humble | CycloneDDS | Multi-Domain | PostgreSQL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Robot Control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ROS2 Humble, Nav2, AMCL, CycloneDDS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AI / ML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YOLOv8 (음식 검수), OpenAI Whisper (STT)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GPT-4 Function Calling (주문 파싱)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Backend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Python 3.12, FastAPI, SQLAlchemy, PostgreSQL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Frontend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PyQt5, TCP Socket, Qt Designer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Hardware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Turtlebot3 (서빙봇), MyCobot 280 (로봇팔), Jetson Nano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3. 핵심 기술 - FMS (Fleet Management System)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📦 주요 모듈 (10,225 LoC)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fms_node.py (2,361 lines)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메인 오케스트레이터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collision_avoidance (1,297 lines)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다중 로봇 충돌 회피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task_scheduler (693 lines)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작업 스케줄링, 배차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order_handler (750 lines)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주문 처리, 상태 머신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🎯 설계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Clean Architecture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Domain → Application → Infrastructure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SOLID Principles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Dependency Inversion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Single Responsibility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Callback-based Design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레이어 간 느슨한 결합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Event-Driven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비동기 상태 전환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주문 상태 머신 (Order State Machine)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5029200"/>
          </a:xfrm>
          <a:prstGeom prst="roundRect">
            <a:avLst/>
          </a:prstGeom>
          <a:solidFill>
            <a:srgbClr val="F8F9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C3E50"/>
                </a:solidFill>
                <a:latin typeface="Consolas"/>
              </a:defRPr>
            </a:pPr>
            <a:br/>
            <a:r>
              <a:t>    ┌─────────────┐</a:t>
            </a:r>
            <a:br/>
            <a:r>
              <a:t>    │  RECEIVED   │  ← 주문 접수 (GUI → FMS)</a:t>
            </a:r>
            <a:br/>
            <a:r>
              <a:t>    └──────┬──────┘</a:t>
            </a:r>
            <a:br/>
            <a:r>
              <a:t>           │ 조리 명령 + 로봇 출발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  COOKING   │  ← 로봇팔 조리 중 + pinky가 point13으로 이동</a:t>
            </a:r>
            <a:br/>
            <a:r>
              <a:t>    └──────┬──────┘</a:t>
            </a:r>
            <a:br/>
            <a:r>
              <a:t>           │ 로봇 도착 (point13)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  LOADING   │  ← 조리 완료 대기 (이벤트 기반 동기화)</a:t>
            </a:r>
            <a:br/>
            <a:r>
              <a:t>    └──────┬──────┘</a:t>
            </a:r>
            <a:br/>
            <a:r>
              <a:t>           │ LoadingComplete 수신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  LOADED    │  ← 음식 적재 완료</a:t>
            </a:r>
            <a:br/>
            <a:r>
              <a:t>    └──────┬──────┘</a:t>
            </a:r>
            <a:br/>
            <a:r>
              <a:t>           │ navigate_robot('tableN')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DELIVERING  │  ← Nav2로 테이블 이동</a:t>
            </a:r>
            <a:br/>
            <a:r>
              <a:t>    └──────┬──────┘</a:t>
            </a:r>
            <a:br/>
            <a:r>
              <a:t>           │ 테이블 도착 → Push 알림</a:t>
            </a:r>
            <a:br/>
            <a:r>
              <a:t>           ▼</a:t>
            </a:r>
            <a:br/>
            <a:r>
              <a:t>    ┌─────────────┐</a:t>
            </a:r>
            <a:br/>
            <a:r>
              <a:t>    │  COMPLETED  │  ← 수령 확인 → 주차장 복귀</a:t>
            </a:r>
            <a:br/>
            <a:r>
              <a:t>    └─────────────┘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4. 핵심 기술 - Robot 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🦾 시스템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Sandwich Arm (ARM_1)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재료 집기, 빵 위에 적재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Sauce Arm (ARM_2)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소스 도포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Clean Architecture 적용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Domain/Application/Infra 분리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📡 ROS2 토픽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/arm/command (FMS → Arm)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/arm/status (Arm → FMS)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📊 성능 및 인터페이스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명령 수신 → 실행: &lt;10ms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상태 발행 주기: 0.5초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처리량: 100+ msg/s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JSON 메시지 형식: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{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  "job_id": "JOB-001",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  "operation": "START",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  "order": {...}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5. 핵심 기술 - AI Server (YOLO)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🎯 목적 및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샌드위치 품질 검수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재료 누락 감지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조립 상태 확인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🔧 기술 스택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모델: YOLOv8 Custom (best.pt)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클래스: m1, m2, m3 (메뉴별)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서버: Flask (Port 5001)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소스: JetBot 카메라 스트림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📡 API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GET /analyze/image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스냅샷 1장 분석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GET /analyze/video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영상 N프레임 분석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GET /view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실시간 웹 뷰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응답: JSON (detections, confidence, bbox)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핵심 기술 - AI Server (Voice)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🎤 음성 주문 파이프라인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음성 입력 → STT (Whisper) → Intent 분석 → Function Call → TTS 응답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🔧 핵심 기술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STT: OpenAI Whisper API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Intent: GPT-4 Function Calling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TTS: OpenAI TTS API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Wakeword: 주문 시작 의도 감지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📡 API Endpoints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POST /stt/ - 음성 → 텍스트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POST /tts/ - 텍스트 → 음성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POST /wakeword/check - 주문 의도 감지</a:t>
            </a:r>
          </a:p>
          <a:p>
            <a:pPr>
              <a:spcBef>
                <a:spcPts val="500"/>
              </a:spcBef>
              <a:defRPr sz="1800">
                <a:solidFill>
                  <a:srgbClr val="2C3E50"/>
                </a:solidFill>
              </a:defRPr>
            </a:pPr>
            <a:r>
              <a:t>  - POST /pipeline/run - 전체 파이프라인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💬 예시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Input: "햄치즈샌드위치 2개 주세요"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Output: {menu_id: "M001", quantity: 2}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6. 핵심 기술 - GUI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🖥️ Customer GUI (키오스크)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주문 시작 화면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터치로 주문 시작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메뉴 선택 화면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메뉴 리스트, 장바구니, 수량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주문 확인 화면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영수증 형태 표시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수령 확인 화면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도착 알림, 수령 버튼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음성 피드백 위젯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파형 애니메이션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👨‍💼 Admin GUI (관리자)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주문 대시보드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실시간 주문 모니터링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조리 모니터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조리 상태, 검수 결과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레시피/재고 관리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CRUD, 알림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🚗 Fleet 모니터 (NEW!)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로봇 3대 실시간 상태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배터리, 작업 표시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7. 통신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5029200"/>
          </a:xfrm>
          <a:prstGeom prst="roundRect">
            <a:avLst/>
          </a:prstGeom>
          <a:solidFill>
            <a:srgbClr val="F8F9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C3E50"/>
                </a:solidFill>
                <a:latin typeface="Consolas"/>
              </a:defRPr>
            </a:pPr>
            <a:br/>
            <a:r>
              <a:t>    ┌─────────────────────────────────────────────────────────┐</a:t>
            </a:r>
            <a:br/>
            <a:r>
              <a:t>    │               Network: kitchmatics WiFi (192.168.1.x)    │</a:t>
            </a:r>
            <a:br/>
            <a:r>
              <a:t>    │                                                          │</a:t>
            </a:r>
            <a:br/>
            <a:r>
              <a:t>    │    [Customer GUI] ──TCP:9000──┐                         │</a:t>
            </a:r>
            <a:br/>
            <a:r>
              <a:t>    │    [Admin GUI] ────TCP:9999───┤                         │</a:t>
            </a:r>
            <a:br/>
            <a:r>
              <a:t>    │                               ▼                          │</a:t>
            </a:r>
            <a:br/>
            <a:r>
              <a:t>    │                    ┌─────────────────┐                   │</a:t>
            </a:r>
            <a:br/>
            <a:r>
              <a:t>    │                    │   FMS Node      │                   │</a:t>
            </a:r>
            <a:br/>
            <a:r>
              <a:t>    │                    │  192.168.1.3    │                   │</a:t>
            </a:r>
            <a:br/>
            <a:r>
              <a:t>    │                    │   Domain 25     │                   │</a:t>
            </a:r>
            <a:br/>
            <a:r>
              <a:t>    │                    └────────┬────────┘                   │</a:t>
            </a:r>
            <a:br/>
            <a:r>
              <a:t>    │                             │ Domain Bridge              │</a:t>
            </a:r>
            <a:br/>
            <a:r>
              <a:t>    │           ┌─────────────────┼─────────────────┐         │</a:t>
            </a:r>
            <a:br/>
            <a:r>
              <a:t>    │           ▼                 ▼                 ▼         │</a:t>
            </a:r>
            <a:br/>
            <a:r>
              <a:t>    │    [pinky1]          [pinky2]          [pinky3]         │</a:t>
            </a:r>
            <a:br/>
            <a:r>
              <a:t>    │   192.168.1.7       192.168.1.6      192.168.1.11       │</a:t>
            </a:r>
            <a:br/>
            <a:r>
              <a:t>    │    Domain 11         Domain 12        Domain 13         │</a:t>
            </a:r>
            <a:br/>
            <a:r>
              <a:t>    │                                                          │</a:t>
            </a:r>
            <a:br/>
            <a:r>
              <a:t>    │    [Robot Arm]       [AI Server]                        │</a:t>
            </a:r>
            <a:br/>
            <a:r>
              <a:t>    │   192.168.1.4       192.168.0.27                        │</a:t>
            </a:r>
            <a:br/>
            <a:r>
              <a:t>    │    Domain 20         REST API             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└─────────────────────────────────────────────────────────┘</a:t>
            </a:r>
            <a:br/>
            <a:br/>
            <a:r>
              <a:t>    통신 방식: TCP/JSON (GUI↔FMS) | ROS2/DDS (FMS↔Robot) | REST (FMS↔AI)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8. 문제 해결 ① DDS Discovery 실패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114800" cy="256032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🚨 문제 상황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SSH는 되는데 ROS2 토픽이 안 보임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ros2 topic list 결과가 비어있음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로봇은 정상 동작 중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🔍 원인: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ROS2 기본: Multicast UDP 사용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WiFi 공유기가 Multicast 차단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노드 간 Discovery 불가능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4114800" cy="2560320"/>
          </a:xfrm>
          <a:prstGeom prst="roundRect">
            <a:avLst/>
          </a:prstGeom>
          <a:solidFill>
            <a:srgbClr val="F0FF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✅ 해결책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Unicast Discovery 설정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cyclonedds_main.xml: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&lt;Peers&gt;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  &lt;Peer address="192.168.1.7"/&gt;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  &lt;Peer address="192.168.1.6"/&gt;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&lt;/Peers&gt;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📈 결과: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Peer IP 직접 지정으로 안정적 통신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WiFi 환경에서도 100% 연결 성공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문제 해결 ② Multi-Domain 토픽 충돌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114800" cy="256032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🚨 문제 상황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로봇 3대가 같은 토픽명 사용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/cmd_vel 명령이 모든 로봇에 전달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개별 제어 불가능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🔍 원인: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동일 Domain에서 동일 토픽명 충돌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Namespace만으로는 불충분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Nav2 Action도 충돌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4114800" cy="2560320"/>
          </a:xfrm>
          <a:prstGeom prst="roundRect">
            <a:avLst/>
          </a:prstGeom>
          <a:solidFill>
            <a:srgbClr val="F0FF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✅ 해결책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Multi-Domain + Bridge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Domain 할당: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FMS: Domain 25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pinky1: Domain 11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pinky2: Domain 12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pinky3: Domain 13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📈 결과: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로봇별 완전 격리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필요한 토픽만 선택적 Bridge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문제 해결 ③ 로봇-조리 상태 동기화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114800" cy="256032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🚨 문제 상황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로봇이 픽업 포인트 도착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조리가 아직 안 끝남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언제 출발해야 하나?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❌ 실패한 시도: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고정 타이머 (30초 대기)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→ 조리 시간이 가변적이라 실패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폴링 방식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→ 지연 발생, 리소스 낭비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4114800" cy="2560320"/>
          </a:xfrm>
          <a:prstGeom prst="roundRect">
            <a:avLst/>
          </a:prstGeom>
          <a:solidFill>
            <a:srgbClr val="F0FF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✅ 해결책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Event-Driven + 조건부 전환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check_can_proceed():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  robot_at_pickup = (state == AT_POINT13)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  cooking_done = loading_complete_received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  if robot_at_pickup AND cooking_done: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      transition_to(DELIVERING)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📈 결과: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이벤트 기반 상태 전환</a:t>
            </a:r>
          </a:p>
          <a:p>
            <a:pPr>
              <a:spcBef>
                <a:spcPts val="500"/>
              </a:spcBef>
              <a:defRPr sz="1400">
                <a:solidFill>
                  <a:srgbClr val="2C3E50"/>
                </a:solidFill>
              </a:defRPr>
            </a:pPr>
            <a:r>
              <a:t>• 두 조건 AND 충족 시만 진행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문제 해결 ④ 서빙 오류 대응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🔍 오류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NAV_FAILED - 경로 실패 (즉시)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COMM_LOST - 통신 끊김 (5초)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LOW_BATTERY - 배터리 부족 (20V)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TIMEOUT - 작업 타임아웃 (60/120초)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OBSTACLE - 장애물 (3회 실패)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📡 알림 흐름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ErrorDetector (0.5Hz 모니터링)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→ /fms/error_alert 발행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→ Main Server (TCP broadcast)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→ Admin GUI (팝업 알림)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⚙️ 복구 옵션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RETRY - 현재 위치에서 재시도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RETURN_HOME - 주차장으로 강제 복귀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EMERGENCY_STOP - 긴급 정지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CLEAR_ERROR - 에러 상태만 해제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운영자가 상황에 맞게 선택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Admin GUI에서 원클릭 실행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9. 테스트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📊 테스트 커버리지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Unit Tests (~80개)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test_fms_unit.py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Task, TaskManager, RobotState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Integration Tests (~35개)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test_multi_robot.py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다중 로봇 시나리오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E2E Tests (~40개)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test_e2e_skip_mode.py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전체 플로우 검증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Total: 155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⚡ Skip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목적: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실제 로봇/로봇팔 없이 테스트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외부 의존성 제거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빠른 개발 사이클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동작 방식: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Precision parking: 2초 Mock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Food loading: 3초 Mock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상태 전환은 실제와 동일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ros2 run fms fms_node \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  --ros-args -p skip_mode:=true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10. 데모 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1️⃣ 주문 접수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고객이 키오스크에서 "햄치즈샌드위치 2개" 음성 주문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2️⃣ 조리 시작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FMS가 Robot Arm에 조리 명령, pinky1 픽업 포인트로 출발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3️⃣ 품질 검수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AI Server가 YOLO로 샌드위치 검수, 정상 판정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4️⃣ 음식 적재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pinky1 도착, 로봇팔이 샌드위치를 로봇에 적재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5️⃣ 테이블 서빙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pinky1이 테이블로 이동 (Nav2 네비게이션)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6️⃣ 수령 완료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키오스크 푸시 알림 → 고객 수령 버튼 클릭 → 주차장 복귀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⏱️ 전체 소요시간: 약 3-5분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성능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⚡ 레이턴시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주문 접수: &lt;100ms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푸시 알림: &lt;50ms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주문→서빙 완료: 3-5분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🤖 로봇 성능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최대 속도: 0.26 m/s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배터리: ~2시간 연속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위치 정확도: ±5cm (AMCL)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Heartbeat: 0.5초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💻 시스템 성능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FMS CPU 사용: ~5% (idle)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FMS 메모리: ~200MB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DB 연결 풀: 10 connections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동시 주문 처리: 3+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📊 코드 품질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10,225 Lines of Code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155 Test Cases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14+ 문서 파일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11. 배운 점 / 교훈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✅ 잘한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Multi-Domain 아키텍처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로봇 격리로 충돌 문제 해결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Skip Mode 도입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개발 속도 3배 향상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Event-Driven 설계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상태 동기화 문제 해결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Unicast DDS 설정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WiFi 환경 안정화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📚 개선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초기 아키텍처 설계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Multi-Domain을 처음부터 고려했으면...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네트워크 환경 테스트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실제 WiFi 환경에서 조기 테스트 필요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에러 복구 자동화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현재 수동 개입 필요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부하 테스트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- 100+ 동시 주문 시나리오 미검증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향후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🔜 단기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자동 에러 복구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특정 오류 자동 재시도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배터리 기반 스케줄링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배터리 잔량 고려한 배차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충돌 회피 고도화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동적 장애물 대응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통계 대시보드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주문/로봇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98DB"/>
                </a:solidFill>
              </a:defRPr>
            </a:pPr>
            <a:r>
              <a:t>🚀 장기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로봇 확장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- 5대 이상 동시 운영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멀티 플로어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엘리베이터 연동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메뉴 다양화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다양한 레시피 지원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▸ 프랜차이즈 확장</a:t>
            </a:r>
          </a:p>
          <a:p>
            <a:pPr>
              <a:spcBef>
                <a:spcPts val="500"/>
              </a:spcBef>
              <a:defRPr sz="1600">
                <a:solidFill>
                  <a:srgbClr val="2C3E50"/>
                </a:solidFill>
              </a:defRPr>
            </a:pPr>
            <a:r>
              <a:t>  - 클라우드 기반 관제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결론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🎯 Kitchmatics 핵심 성과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🤖 Multi-Robot System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3대 동시 협업, Domain 격리로 충돌 없는 운영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🧠 AI Integration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YOLO 품질 검수, 음성 주문으로 사용자 경험 향상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1500"/>
              </a:spcBef>
              <a:defRPr sz="2200" b="1">
                <a:solidFill>
                  <a:srgbClr val="3498DB"/>
                </a:solidFill>
              </a:defRPr>
            </a:pPr>
            <a:r>
              <a:t>⚡ Reliability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155 테스트, Skip Mode로 높은 신뢰성 확보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"주문부터 서빙까지 완전 자동화된 식당 운영 시스템"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10,225 LoC  |  155 Tests  |  3 Robots  |  Production Ready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12.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498DB"/>
                </a:solidFill>
              </a:defRPr>
            </a:pPr>
            <a:r>
              <a:t>ROS2  |  Multi-Robot  |  AI Vision  |  Voice Order  |  Clean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