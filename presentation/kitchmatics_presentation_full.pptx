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총 11개 파트로 구성되어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6명의 팀원이 8주간 개발했습니다.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외식업계의 인력난 문제를 해결하기 위해 전체 운영 자동화를 목표로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4가지 핵심 목표를 설정했습니다.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규모를 숫자로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 Humble을 핵심으로 다양한 기술을 통합했습니다.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FMS가 중앙에서 모든 컴포넌트를 관제합니다.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TurtleBot3 3대와 MyCobot 2대를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GUI는 TCP, 로봇들은 ROS2 DDS로 통신합니다.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5개의 Domain ID를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 Bridge가 토픽을 리매핑합니다.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Architecture로 레이어별 책임을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FMS는 전체 시스템의 두뇌입니다.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FMS Node는 Dependency Injection 패턴을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Handler는 주문의 전체 생명주기를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Controller가 로봇 배차를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상태 전이마다 특정 조건과 액션이 정의되어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Detector가 다양한 에러 상황을 감지합니다.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Nav2의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AMCL이 파티클 필터로 로봇 위치를 추정합니다.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미리 정의된 Waypoint로 로봇을 이동시킵니다.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문제입니다. 로봇과 네트워크는 연결되어 있는데 ROS2 토픽이 보이지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단계별로 조사했습니다. 네트워크 레벨에서 문제를 발견했습니다.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근본 원인은 WiFi AP의 Multicast 차단이었습니다.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Unicast Discovery가 더 범용적인 해결책이었습니다.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CycloneDDS XML 파일에 Peer IP 주소를 명시합니다.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Unicast로 변경 후 모든 토픽이 정상적으로 발견됩니다.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TurtleBot3의 기본 토픽명이 모두 동일해서 구분이 불가능했습니다.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토픽 충돌로 인해 Fleet 관리가 불가능했습니다.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로봇이 독립된 Domain에서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YAML 파일에서 토픽 리매핑을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로봇의 토픽이 명확히 구분됩니다.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로봇 도착과 조리 완료 시점이 일치하지 않아 비효율이 발생했습니다.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타이머와 폴링 방식 모두 효과적이지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Event-Driven 방식으로 변경했습니다.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이벤트가 어떤 순서로 발생하든, 둘 다 만족되면 LOADED로 전이합니다.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Machine 도입으로 동기화 문제가 완전히 해결되었습니다.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 디바이스에는 ROS2를 설치할 수 없어서 별도의 통신 방법이 필요했습니다.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4바이트 길이 헤더 + JSON 페이로드 구조로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Thread-per-client 모델로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TCP/JSON 프로토콜로 요구사항을 모두 충족했습니다.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개의 AI 서버가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샌드위치 재료별로 학습 데이터를 구축했습니다.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 API로 YOLO 서버와 통신합니다.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음성 → 텍스트 → 구조화 데이터 → 음성 응답의 파이프라인입니다.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 Function Calling으로 자연어를 구조화된 데이터로 변환합니다.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MyCobot 280 6축 로봇팔을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FMS와 로봇팔은 ROS2 토픽으로 통신합니다.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YAML로 정의된 레시피를 단계별로 실행합니다.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GUI는 키오스크용으로 설계되었습니다.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메뉴 선택부터 도착 알림까지의 전체 플로우입니다.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GUI는 운영자용입니다.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피라미드 형태의 테스트 아키텍처입니다.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Mode는 물리적 로봇 없이 FMS 로직을 테스트합니다.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155개의 테스트 케이스로 78%의 커버리지를 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지연 시간이 실시간 운영에 적합합니다.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PostgreSQL 스키마입니다.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수평 확장이 용이하도록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프로젝트에서 얻은 기술적 교훈들입니다.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 프로세스에서 배운 교훈들입니다.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단기 목표는 안정화와 기능 확장입니다.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장기적으로는 완전 무인 매장을 목표로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프로젝트의 핵심 성과를 요약했습니다.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</a:defRPr>
            </a:pPr>
            <a:r>
              <a:t>🍔 Kitchmatics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AI-Powered Autonomous Restaurant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Part 1-3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프로젝트 소개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시스템 아키텍처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 핵심 설계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Part 4-5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모바일 로봇 시스템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문제 해결 사례 (4건)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Part 6-11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AI 서버 통합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로봇팔, GUI, 테스트, 성능,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팀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팀 구성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6명 팀원, 8주 개발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역할 분담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FMS/Backend: 중앙 관제 시스템, 데이터베이스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Navigation: 로봇 네비게이션, SLAM, 경로계획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AI Integration: YOLO, 음성인식, LLM 연동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HW/Embedded: 로봇팔 제어, 센서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프로젝트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문제 인식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외식업계 인력난 심화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서빙 로봇 도입 증가 추세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단순 서빙을 넘어선 통합 솔루션 필요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우리의 접근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주문 → 조리 → 서빙 전 과정 자동화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다중 로봇 협업으로 효율성 극대화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AI 기반 품질 관리 및 음성 주문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프로젝트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1. 다중 로봇 관제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3대 이상의 서빙 로봇을 중앙에서 효율적으로 관리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2. End-to-End 자동화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주문 접수부터 음식 전달까지 무인 운영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3. AI 품질 관리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컴퓨터 비전으로 조리 완성도 검증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4. 자연어 인터페이스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음성 명령으로 직관적인 주문 경험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프로젝트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코드베이스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10,225+ Lines of Code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155 Test Cases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23 ROS2 Nodes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하드웨어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3 Mobile Robots (TurtleBot3)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2 Robot Arms (MyCobot 280)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5 Domain 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🛠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ROS2 Humble - 로봇 미들웨어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CycloneDDS - DDS 구현체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Nav2 - 자율 주행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Python 3.10+ - 주 개발 언어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YOLOv8 - 객체 탐지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OpenAI APIs - 음성/자연어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Backend &amp;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FastAPI - REST API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PostgreSQL - 데이터베이스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SQLAlchemy - ORM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PyQt5 - Desktop GUI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TCP/JSON - 실시간 통신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pytest - 테스트 프레임워크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시스템 아키텍처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 전체 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핵심 구성요소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Customer GUI (Kiosk) - 고객 주문 인터페이스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Admin GUI (Control) - 관리자 모니터링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AI Server (YOLO/Voice) - 컴퓨터 비전 및 음성 처리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 (Fleet Manager) - 중앙 관제 시스템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Mobile Robots (pinky1, pinky2, pinky3) - 서빙 로봇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Robot Arms - 조리 로봇팔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통신 방식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GUI ↔ FMS: TCP/JSON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 ↔ Robots: ROS2 DDS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하드웨어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Mobile Robots (3대)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Platform: TurtleBot3 Burger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Sensors: LiDAR, IMU, Encoders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Computer: Raspberry Pi 4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Payload: 음식 트레이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Robot Arms (2대)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Model: MyCobot 280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DOF: 6축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Task: 샌드위치 조립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Interface: Python SDK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네트워크 토폴로지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Master PC (192.168.1.3)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 Node, AI Server 실행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GUI와 TCP:9000으로 연결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Mobile Robots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pinky1: 192.168.1.7 (Domain 11)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pinky2: 192.168.1.6 (Domain 12)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pinky3: 192.168.1.11 (Domain 13)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Robot Arm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192.168.1.4 (Domain 20)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🔗 ROS2 Multi-Domain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Domain ID 배정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25: FMS (Master) - 중앙 관제, Domain Bridge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11: pinky1 - 서빙 로봇 #1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12: pinky2 - 서빙 로봇 #2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13: pinky3 - 서빙 로봇 #3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20: Robot Arms - 조리 로봇팔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Why Multi-Domain?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각 로봇이 동일한 토픽명(/cmd_vel, /odom) 사용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Domain으로 분리하여 충돌 방지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🌉 Domain Bridge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토픽 리매핑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/cmd_vel (Domain 11) → /pinky1/cmd_vel (Domain 25)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/odom (Domain 11) → /pinky1/odom (Domain 25)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/amcl_pose (Domain 11) → /pinky1/amcl_pose (Domain 25)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설정 예시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domain_bridge.yaml에서 매핑 정의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FMS에서 /pinky1/cmd_vel로 명령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pinky1에서는 /cmd_vel로 수신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🏛 Clean Architecture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레이어 구조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Presentation Layer: FMS Node, GUI Controllers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Application Layer: OrderHandler, FleetController, UseCases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Layer: Order, Robot, OrderWorkflow (Entities)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Infrastructure Layer: ROS2 Publishers, TCP Server, Database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의존성 규칙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안쪽 레이어는 바깥쪽 레이어를 알지 못함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Layer는 ROS2에 의존하지 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FMS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Fleet Management System 심층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🎛 FMS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주문 수신 및 처리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로봇 배차 및 경로 지정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조리-서빙 동기화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실시간 상태 모니터링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에러 감지 및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주요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fms_node.py - 메인 노드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order_handler.py - 주문 처리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fleet_controller.py - 로봇 관리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error_detector.py - 에러 감지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gui_tcp_server.py - GUI 통신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📦 FMS Node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주요 컴포넌트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Application Layer: OrderHandler, FleetController, ErrorDetector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Infrastructure Layer: GUITCPServer (port=9000)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ROS2 Communication: Navigation Action Clients, Publishers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Dependency Injection 패턴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OrderHandler에 콜백 등록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send_cooking_command, navigate_robot, send_gui_notification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Application Layer가 Infrastructure에 직접 의존하지 않음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Order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책임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주문 Workflow 관리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상태 전이 제어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콜백 트리거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상태 전이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RECEIVED → COOKING → LOADING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LOADING → LOADED → DELIVERING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DELIVERING → ARRIVED → COMPLETED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🚗 Fleet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로봇 상태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IDLE: 대기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MOVING: 이동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BUSY: 배달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ERROR: 에러 발생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배차 알고리즘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우선순위: IDLE 상태 로봇 선택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거리 기반: 주방과 가장 가까운 로봇 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Order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상태 전이 흐름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RECEIVED: 주문 접수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COOKING: 조리 중 + 로봇 이동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LOADING: 조리 완료 대기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LOADED: 적재 완료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DELIVERING: 테이블로 이동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ARRIVED: 도착, 고객 확인 대기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COMPLETED: 완료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Error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감지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Navigation Timeout: 목적지 미도착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Robot Stuck: 이동 중 정지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Communication Loss: 통신 두절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Cooking Timeout: 조리 지연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복구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RETRY: 동일 작업 재시도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SKIP: 다음 단계로 진행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MANUAL: 운영자 개입 요청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Mobile Robots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모바일 로봇 시스템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🧭 Navigation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Nav2 구성요소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Nav2 BT Navigator: Behavior Tree 기반 의사결정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Planner (NavFn/Smac): 전역 경로 계획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Controller (DWB): 지역 경로 추종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Recovery Behaviors: 에러 복구 동작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Costmap 2D: 장애물 맵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사용 설정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Global Planner: NavFn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Local Controller: DWB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📍 AMCL 위치 추정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Particle Filter 기반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LiDAR + Odometry 융합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맵 매칭으로 위치 보정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주요 파라미터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min_particles: 500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max_particles: 2000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update_min_d: 0.2m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update_min_a: 0.5rad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Waypoint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정의된 Waypoints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kitchen (point13): 음식 픽업 위치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table1 ~ table4: 테이블 서빙 위치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pinky1_spot, pinky2_spot, pinky3_spot: 대기 위치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설정 방식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waypoints.yaml 파일에서 좌표 관리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(x, y, θ) 형식으로 위치 및 방향 지정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Problems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문제 해결 사례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#1: DDS Discovery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증상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Master PC에서 ros2 topic list 실행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로봇의 토픽이 전혀 보이지 않음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SSH 연결은 정상 동작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ping도 성공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이상한 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네트워크는 연결되어 있음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ROS2만 통신 안됨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#1: 조사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디버깅 단계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1. 로봇에서 직접 확인 → 로컬에서는 토픽 정상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2. Domain ID 확인 → 양쪽 모두 같은 ID 사용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3. Wireshark 패킷 분석 → Multicast 패킷 미수신!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4. Router 설정 확인 → WiFi AP에서 Multicast 차단 발견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발견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WiFi AP가 Multicast UDP를 차단하고 있었음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#1: 근본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ROS2 DDS 기본 동작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노드 발견에 Multicast UDP 사용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주소: 239.255.0.1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포트: 7400-7500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문제점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대부분의 WiFi AP는 보안/성능상 Multicast 차단 또는 제한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가정/기업 WiFi 공유기에서 흔한 설정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#1: 접근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Option 1: Router 설정 변경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Multicast 허용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모든 환경에서 불가능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보안 우려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Option 2: Unicast Discovery ✓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직접 IP 주소로 통신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모든 WiFi에서 동작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CycloneDDS 지원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#1: CycloneDDS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XML 설정 파일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cyclonedds_main.xml에 Peer IP 명시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&lt;Peer address='192.168.1.7'/&gt; (pinky1)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&lt;Peer address='192.168.1.6'/&gt; (pinky2)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환경 변수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RMW_IMPLEMENTATION=rmw_cyclonedds_cpp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CYCLONEDDS_URI=file:///path/to/config.xml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#1: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Before (Multicast)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WiFi AP에서 차단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토픽 발견 불가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After (Unicast)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직접 IP-to-IP 통신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모든 토픽 정상 발견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성과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모든 WiFi 환경에서 안정적인 ROS2 통신 확보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#2: Topic Name Collision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증상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모든 로봇이 같은 토픽명 사용: /cmd_vel, /odom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한 도메인에서 3대 로봇 운영 시 데이터 혼선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어떤 /amcl_pose가 어떤 로봇인지 구분 불가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ros2 topic list 결과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/cmd_vel ← pinky1? pinky2? pinky3?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/odom ← 어떤 로봇의 odometry?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#2: 영향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운영상 문제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잘못된 로봇에 명령 전달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위치 추정 오류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충돌 위험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Fleet 관리 불가능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기술적 한계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TurtleBot3 펌웨어 수정 어려움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Nav2 내부 토픽명 하드코딩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#2: Multi-Domain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핵심 아이디어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각 로봇을 별도의 ROS2 Domain에서 실행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Bridge로 연결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구조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11 (pinky1): /cmd_vel, /odom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12 (pinky2): /cmd_vel, /odom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Domain 25 (FMS): /pinky1/cmd_vel, /pinky2/cmd_vel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#2: Domain Bridge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YAML 설정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from_domain: 11, to_domain: 25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topic: /cmd_vel → remap_to: /pinky1/cmd_vel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topic: /odom → remap_from: /pinky1/odom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실행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ros2 run domain_bridge domain_bridge config.yaml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#2: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FMS Domain에서 토픽 목록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/pinky1/cmd_vel, /pinky1/odom, /pinky1/amcl_pose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/pinky2/cmd_vel, /pinky2/odom, /pinky2/amcl_pose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성과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로봇별 명확한 토픽 구분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독립적인 로봇 제어 가능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로봇 펌웨어 수정 불필요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확장 용이 (로봇 추가 시 Domain만 추가)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#3: 조리-로봇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Case A: 로봇 먼저 도착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로봇이 주방에 도착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음식 아직 조리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 대기 → 효율 저하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Case B: 음식 먼저 완성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조리 완료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 아직 이동 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음식 방치 → 품질 저하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#3: 실패한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Approach 1: 타이머 기반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조리 시작 후 30초 대기 후 로봇 호출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조리 시간 가변적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로봇 이동 시간 가변적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Approach 2: 폴링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주기적으로 상태 확인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CPU 낭비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반응 지연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#3: Event-Driven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핵심 원칙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조리 완료와 로봇 도착을 독립적 이벤트로 처리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AND 조건으로 다음 단계 진행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구현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on_cooking_complete(): cooking_complete = True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on_robot_arrived_kitchen(): robot_at_kitchen = True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_check_loading_ready(): 둘 다 True면 LOADED로 전이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Solution #3: 상태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COOKING 상태에서 분기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Event A: Robot Arrived at Kitchen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Event B: Cooking Done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AND 조건 체크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 AND B가 모두 만족되면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→ LOADED 상태로 전이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장점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이벤트 순서에 관계없이 동작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Race Condition 완전 방지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#3: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측정 지표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Race Conditions: 0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동기화 성공률: 100%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대기 시간 감소: -40%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추가 이점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명확한 상태 추적 가능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디버깅 용이 (상태 로그)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에러 복구 지점 명확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테스트 용이 (상태별 단위 테스트)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Problem #4: GUI-FMS 통신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기능적 요구사항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주문 전송 (GUI → FMS)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도착 알림 (FMS → GUI, Push)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수령 확인 (GUI → FMS)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E74C3C"/>
                </a:solidFill>
              </a:defRPr>
            </a:pPr>
            <a:r>
              <a:t>제약사항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GUI 디바이스에 ROS2 설치 불가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❌ 태블릿/키오스크 환경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TCP/IP 사용 가능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#4: TCP/JSON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메시지 포맷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4-byte length header (Big-endian)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JSON payload (UTF-8 encoded)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메시지 타입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new_order: 고객 주문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delivery_notification: Push 알림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delivery_complete: 수령 확인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#4: 서버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GUITCPServer 클래스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Thread-per-client 모델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Handler 패턴으로 메시지 처리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broadcast()로 Push 알림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확장성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register_handler()로 새 메시지 타입 추가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Open/Closed Principle 적용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✓ Solution #4: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성능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주문 처리 지연: &lt;100ms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Push 알림 지연: &lt;50ms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메시지 전달률: 100%</a:t>
            </a:r>
          </a:p>
          <a:p>
            <a:pPr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27AE60"/>
                </a:solidFill>
              </a:defRPr>
            </a:pPr>
            <a:r>
              <a:t>장점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ROS2 없이 실시간 통신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다양한 클라이언트 지원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Handler 패턴으로 확장 용이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JSON으로 디버깅 용이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AI 서버 통합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AI 서버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YOLO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Model: YOLOv8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Task: 음식 품질 검사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API: FastAPI REST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Port: 8001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Voice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STT: OpenAI Whisper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NLU: GPT-4 Function Calling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TTS: OpenAI TTS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Port: 8002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📸 YOLOv8: 학습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빵 (상단): 500장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빵 (하단): 500장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패티: 450장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치즈: 400장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양상추: 380장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토마토: 350장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학습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Base Model: YOLOv8n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Epochs: 100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Image Size: 640x640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Augmentation: Mosaic, Mixup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📸 YOLOv8: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API Endpoint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POST /detect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입력: 이미지 파일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출력: detections 배열 (class, confidence, bbox)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FMS 연동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카메라 이미지 → YOLO 서버 전송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필요한 재료 모두 감지되면 조리 완료 판단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🎤 음성 인식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처리 흐름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1. Microphone → Audio 입력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2. Whisper (STT) → Text 변환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3. GPT-4 Function Calling → 구조화 데이터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4. TTS → 음성 응답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예시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입력: '치즈버거 두 개 주세요'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출력: {menu: '치즈버거', quantity: 2}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🎤 GPT-4 Function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Function 정의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name: create_order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parameters: menu_name, quantity, options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동작 방식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사용자 발화를 GPT-4에 전달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GPT-4가 적절한 function과 인자 결정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구조화된 JSON 반환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Robot 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로봇팔 시스템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🦾 로봇팔 하드웨어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MyCobot 280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DOF: 6축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Payload: 250g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Reach: 280mm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Repeatability: ±0.5mm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Interface: Serial/Python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End Effector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Type: Gripper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Range: 0-70mm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Force: 조절 가능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🦾 FMS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토픽 인터페이스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/arm/command (FMS → Arm): 조리 명령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/arm/status (Arm → FMS): 상태 보고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명령 형식 (JSON)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job_id: 작업 식별자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operation: START | PAUSE | RESUME | CANCEL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order: 주문 정보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🦾 레시피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RecipeExecutor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YAML로 정의된 레시피 로드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step별로 순차 실행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진행률 실시간 보고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레시피 단계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하단빵 배치 → 패티 → 치즈 → 양상추 → 상단빵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GUI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사용자 인터페이스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📱 Customer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주요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메뉴 선택: 터치 친화적 그리드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장바구니: 수량 조절, 옵션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결제: QR 코드 / 카드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대기: 주문 상태 표시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도착 알림: 팝업 + 사운드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기술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Framework: PyQt5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Communication: TCP/JSON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Assets: 메뉴 이미지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Animation: Qt Animation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📱 주문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단계별 화면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1. 메뉴 선택 → 햄버거, 치즈버거 등 터치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2. 장바구니 → 수량 조절, 옵션 선택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3. 결제 → 총액 확인, 결제 진행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4. 주문 대기 → '조리중...' 표시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5. 도착 알림 → Push 알림 팝업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6. 수령 확인 → 버튼 클릭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🖥 Admin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모니터링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Fleet 상태: 로봇 위치/상태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주문 현황: 실시간 리스트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에러 알림: 즉시 표시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통계: 일별/시간별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제어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수동 배차: 로봇 지정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긴급 정지: 전체/개별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복귀 명령: 홈 위치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메뉴 관리: 품절 설정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테스트 전략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🧪 테스트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테스트 피라미드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Integration Tests: End-to-End Order Flow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Component Tests: FMS, Navigation, AI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Unit Tests: Individual Functions &amp; Classes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컴포넌트별 테스트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FMS: OrderHandler, FleetController, StateMachine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Navigation: Waypoints, Path Planning, Recovery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AI: YOLO, Voice, Intent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🧪 Skip Mode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문제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물리적 로봇 없이 FMS 로직 테스트 필요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해결: Skip Mode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skip_mode 파라미터로 활성화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시뮬레이션: 설정된 시간 후 완료 처리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실제 Navigation Action 대신 타이머 사용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사용법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ros2 run fms fms_node --ros-args -p skip_mode:=true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🧪 테스트 커버리지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전체 지표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Total Test Cases: 155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Code Coverage: 78%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Critical Path: 100%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모듈별 커버리지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Order Handler: 45 tests, 92%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Fleet Controller: 38 tests, 85%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State Machine: 32 tests, 100%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TCP Server: 25 tests, 72%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성능 및 확장성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주문 접수: &lt;100ms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Push 알림: &lt;50ms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Navigation Goal: &lt;200ms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YOLO 추론: &lt;100ms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Voice 처리: &lt;2s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동시 주문: 10+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로봇 수: 3 (확장 가능)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초당 메시지: 100+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평균 배달 시간: ~60s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🗄 데이터베이스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Core Tables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orders: 주문 정보, 상태, 타임스탬프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order_items: 주문 항목, 수량, 옵션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menu_items: 메뉴 카탈로그, 가격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robots: 로봇 상태, 위치, 배터리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delivery_history: 배달 기록, 분석용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확장성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수평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로봇 추가: Domain ID 할당만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테이블 추가: Waypoint 설정만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FMS 이중화: 상태 공유로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성능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DB 캐싱: Redis 도입 예정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비동기 처리: AsyncIO 적용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로드 밸런싱: 로봇별 부하 분산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결론 및 향후 계획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기술적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ROS2/DDS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WiFi에서 Multicast 불안정 → Unicast 필수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Multi-Robot은 Multi-Domain으로 분리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Domain Bridge로 통합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Clean Architecture로 테스트 용이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Dependency Injection으로 모듈화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State Machine으로 Race Condition 방지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프로세스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조기 통합 테스트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각 모듈 완성 전에 인터페이스부터 정의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문서화의 중요성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API 문서, 아키텍처 다이어그램이 협업 효율 향상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시뮬레이션 환경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Skip Mode 덕분에 HW 없이도 개발 진행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로깅 체계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구조화된 로그가 문제 해결 시간 단축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향후 계획: 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3개월 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로봇 확장: 5대까지 지원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UI 개선: 웹 기반 Admin Dashboard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음성 기능 강화: 다국어 지원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에러 복구 자동화: 자동 재시도 로직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6개월 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Mobile App: 고객용 주문 앱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분석 대시보드: 실시간 KPI 모니터링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예측 모델: 주문량 예측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향후 계획: 장기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1년 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다층 건물 네비게이션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엘리베이터 연동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자동 충전 시스템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클라우드 FMS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2년 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멀티 매장 관리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로봇 간 협업 (핸드오버)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자율 재고 관리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완전 무인 매장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Kitchmatics 달성 목표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다중 로봇 관제: 3대 로봇 동시 운영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End-to-End 자동화: 주문~배달 전 과정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AI 품질 관리: YOLO 기반 음식 검사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✅ 음성 주문: GPT-4 자연어 처리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0"/>
              </a:spcBef>
              <a:defRPr sz="2400" b="1">
                <a:solidFill>
                  <a:srgbClr val="3498DB"/>
                </a:solidFill>
              </a:defRPr>
            </a:pPr>
            <a:r>
              <a:t>핵심 기술적 성과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WiFi 환경 DDS Discovery 문제 해결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Multi-Domain Architecture로 확장성 확보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• Event-Driven State Machine으로 안정성 확보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